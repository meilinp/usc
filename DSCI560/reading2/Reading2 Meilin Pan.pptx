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1"/>
  </p:normalViewPr>
  <p:slideViewPr>
    <p:cSldViewPr snapToGrid="0" snapToObjects="1">
      <p:cViewPr varScale="1">
        <p:scale>
          <a:sx n="104" d="100"/>
          <a:sy n="104" d="100"/>
        </p:scale>
        <p:origin x="188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Deep Learning-Based NLP Data Pipeline for EHR-Scanned Document Information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054" y="3251221"/>
            <a:ext cx="8229600" cy="380309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Objective: Address challenges in extracting structured information from scanned documents in EHR using deep learning and NLP techniques.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B4C700-01EF-23F3-CDD8-B041D7B27CCE}"/>
              </a:ext>
            </a:extLst>
          </p:cNvPr>
          <p:cNvSpPr txBox="1"/>
          <p:nvPr/>
        </p:nvSpPr>
        <p:spPr>
          <a:xfrm>
            <a:off x="5511114" y="5152768"/>
            <a:ext cx="307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Meilin Pan 7688376148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Background and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Background: Scanned documents in EHR systems contain valuable clinical information, but converting them into a structured format is challenging due to </a:t>
            </a:r>
            <a:r>
              <a:rPr b="1" dirty="0"/>
              <a:t>variability in document quality, handwriting, and formatting.</a:t>
            </a:r>
          </a:p>
          <a:p>
            <a:r>
              <a:rPr dirty="0"/>
              <a:t>Problem: Traditional methods (manual entry, rule-based systems) </a:t>
            </a:r>
            <a:r>
              <a:rPr b="1" dirty="0"/>
              <a:t>are time-consuming, error-prone, and not scalable.</a:t>
            </a:r>
          </a:p>
          <a:p>
            <a:r>
              <a:rPr dirty="0"/>
              <a:t>Need: A robust, automated solution to extract data from unstructured EHR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405" y="1791729"/>
            <a:ext cx="7636476" cy="4201297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Data Pipeline Components:</a:t>
            </a:r>
          </a:p>
          <a:p>
            <a:r>
              <a:rPr dirty="0"/>
              <a:t>1. Preprocessing: Converts scanned documents into machine-readable text using OCR.</a:t>
            </a:r>
          </a:p>
          <a:p>
            <a:r>
              <a:rPr dirty="0"/>
              <a:t>2. Deep Learning Models: Utilizes NLP models (e.g., BERT, Bi-LSTM) for named entity recognition (NER) and relation extraction.</a:t>
            </a:r>
          </a:p>
          <a:p>
            <a:r>
              <a:rPr dirty="0"/>
              <a:t>3. Post-processing: Refines extracted information, handles uncertainties, and integrates with EHR systems.</a:t>
            </a:r>
          </a:p>
          <a:p>
            <a:r>
              <a:rPr dirty="0"/>
              <a:t>Pipeline Framework: Describes end-to-end flow from raw scanned documents to structured data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264" y="1952368"/>
            <a:ext cx="8019535" cy="4173795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Performance Metrics: Precision, Recall, F1-Score.</a:t>
            </a:r>
          </a:p>
          <a:p>
            <a:r>
              <a:rPr dirty="0"/>
              <a:t>Key Findings: The proposed pipeline outperforms existing methods in accuracy and efficiency.</a:t>
            </a:r>
          </a:p>
          <a:p>
            <a:r>
              <a:rPr dirty="0"/>
              <a:t>Data Used: Evaluated on diverse EHR datasets covering various clinical domains and document types.</a:t>
            </a:r>
          </a:p>
          <a:p>
            <a:r>
              <a:rPr dirty="0"/>
              <a:t>Advantages: Improved scalability, reduced manual effort, and enhanced information extraction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1405" y="2051221"/>
            <a:ext cx="7661189" cy="3630098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Conclusion: The deep learning-based NLP pipeline effectively addresses the challenge of information extraction from scanned EHR documents.</a:t>
            </a:r>
          </a:p>
          <a:p>
            <a:r>
              <a:rPr dirty="0"/>
              <a:t>Future Work: Enhancing model generalization across more document types, improving handling of noisy data, and expanding multilingual support.</a:t>
            </a:r>
          </a:p>
          <a:p>
            <a:r>
              <a:rPr dirty="0"/>
              <a:t>Implications: Significant impact on clinical data management, enabling better decision-making and research opportunities.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BA509-E059-ADEE-B6B1-6A16F855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 &amp; A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F58C5-4607-390A-1066-82A6CD60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" altLang="zh-CN" b="1" dirty="0"/>
              <a:t>Question</a:t>
            </a:r>
            <a:r>
              <a:rPr lang="en" altLang="zh-CN" dirty="0"/>
              <a:t>: What are the main components of the deep learning-based NLP data pipeline proposed for EHR-scanned document information extraction?</a:t>
            </a:r>
          </a:p>
          <a:p>
            <a:r>
              <a:rPr lang="en" altLang="zh-CN" b="1" dirty="0"/>
              <a:t>Answer</a:t>
            </a:r>
            <a:r>
              <a:rPr lang="en" altLang="zh-CN" dirty="0"/>
              <a:t>: The pipeline consists of three main components: </a:t>
            </a:r>
            <a:r>
              <a:rPr lang="en" altLang="zh-CN" dirty="0">
                <a:highlight>
                  <a:srgbClr val="FFFF00"/>
                </a:highlight>
              </a:rPr>
              <a:t>(1)</a:t>
            </a:r>
            <a:r>
              <a:rPr lang="en" altLang="zh-CN" dirty="0"/>
              <a:t> Preprocessing with Optical Character Recognition (OCR) to convert scanned images into text, </a:t>
            </a:r>
            <a:r>
              <a:rPr lang="en" altLang="zh-CN" dirty="0">
                <a:highlight>
                  <a:srgbClr val="FFFF00"/>
                </a:highlight>
              </a:rPr>
              <a:t>(2)</a:t>
            </a:r>
            <a:r>
              <a:rPr lang="en" altLang="zh-CN" dirty="0"/>
              <a:t> Deep Learning Models using NLP techniques (such as BERT, Bi-LSTM) for named entity recognition (NER) and relation extraction, and </a:t>
            </a:r>
            <a:r>
              <a:rPr lang="en" altLang="zh-CN" dirty="0">
                <a:highlight>
                  <a:srgbClr val="FFFF00"/>
                </a:highlight>
              </a:rPr>
              <a:t>(3) </a:t>
            </a:r>
            <a:r>
              <a:rPr lang="en" altLang="zh-CN" dirty="0"/>
              <a:t>Post-processing to refine and integrate the extracted information into EHR systems.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00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397</Words>
  <Application>Microsoft Macintosh PowerPoint</Application>
  <PresentationFormat>全屏显示(4:3)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Deep Learning-Based NLP Data Pipeline for EHR-Scanned Document Information Extraction</vt:lpstr>
      <vt:lpstr>Background and Problem Statement</vt:lpstr>
      <vt:lpstr>Methodology</vt:lpstr>
      <vt:lpstr>Results and Evaluation</vt:lpstr>
      <vt:lpstr>Conclusion and Future Work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Meilin Pan</cp:lastModifiedBy>
  <cp:revision>3</cp:revision>
  <dcterms:created xsi:type="dcterms:W3CDTF">2013-01-27T09:14:16Z</dcterms:created>
  <dcterms:modified xsi:type="dcterms:W3CDTF">2024-09-10T00:09:54Z</dcterms:modified>
  <cp:category/>
</cp:coreProperties>
</file>